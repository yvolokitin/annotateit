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5" r:id="rId4"/>
    <p:sldId id="259" r:id="rId5"/>
    <p:sldId id="257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444" autoAdjust="0"/>
  </p:normalViewPr>
  <p:slideViewPr>
    <p:cSldViewPr snapToGrid="0">
      <p:cViewPr varScale="1">
        <p:scale>
          <a:sx n="152" d="100"/>
          <a:sy n="152" d="100"/>
        </p:scale>
        <p:origin x="57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98D21A-5F85-4081-85F1-68465D23F0A0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E2A09-E90E-4C66-BDF4-D0B899CA281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4403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E2A09-E90E-4C66-BDF4-D0B899CA2819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57503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E2A09-E90E-4C66-BDF4-D0B899CA2819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5844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F341-5463-6B10-36D5-974543FDF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42172-4232-274B-383F-2012A00EF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A962C-F8C2-DA4D-25EE-57D897CE5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DF763-F3E3-666E-D23C-F773FA26E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EBC2E-E159-5945-B7B0-B907A475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129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3176-D609-480B-95F5-8B833D96C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394A-622F-88E4-EE81-DDBB92251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2245F-D1CD-9842-D3A5-82C0EE005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43F52-D088-A428-EF9A-67958911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ADC06-01C9-A86F-D83A-DA6094D53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90792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21AD-1003-B2E7-216F-F422444AC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99FF8-042D-0585-F3B0-677ED3DC7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C0F15-2535-8CD3-459C-70513E3C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72CED-1510-9CFB-4B8D-CA3A3FAF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94A51-5297-C37E-D8DE-5192A0ED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0981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4CC9-87C8-A1FE-BF1F-CFDF6B41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B9C9E-2746-9B30-74E8-72B274173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F9CC4-42E1-9D43-8775-CD3B27C78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66D96-F052-FC57-AF69-C1E2CECED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59C18-E75D-4D32-8EAE-3A36A022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58BB7-4AB8-FD73-9545-B76C2330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072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394C-800D-3CC2-42DF-2C59BCE8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ED1EE-70D0-2272-E32B-E21948B12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32158-E721-FD32-2EFB-F92B619DC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4163D-50C9-FEA0-3644-46D2C2B54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3C79D-5237-338D-ABD4-1FDB435C6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19E618-2513-CCF3-E901-35FAC463A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721D20-2091-DED2-73A2-0F1ACE1C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68ADAB-B1FB-CD26-EC3E-082162495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70664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F5C7-65FF-7BE9-D386-77CB34AA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52C8EA-3FEE-B270-19DC-56426D98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AE20E-D82E-898B-F14F-933E1071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2FE2C-E8E2-8A2D-0CDD-B7571016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39944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684BD-A076-DFF3-EF27-5F596007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B17ED-7F46-7A13-F4F8-27CDE0C1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956CE-7ECE-1646-F1C8-121D9B3CC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5776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E443D-6251-C7E0-FA78-2F4CA54F0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CE1F-2882-B829-77D2-5974FDDDC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87097-2AE3-D2C3-B9F8-F0F8FB015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BEF7A-6727-60CF-4900-B909E0BC1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77958-8D93-A651-84B3-57C73DBA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8E13C-8203-F1C7-4B78-6D6E295F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9786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982F-9B6C-85F6-F41A-11B94DD5E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86FBC9-5EBE-D2B2-96AF-4770238DB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526A9-3C3E-4652-350C-C4A0E703A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55151-4EEE-A670-123E-E8586508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6CF1A-2359-4FE7-DBBE-3A2B3C17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376C6-CC94-AFA6-B761-0CB40210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666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195E-E070-62BB-B074-0EFB544A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EFC3-0C1F-0A11-48C3-D679BA527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C284E-0B69-CDCE-8852-A4133A4F6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15E23-BFFE-3017-8CA4-EA775DCC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28431-75DE-DC00-353F-15936749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24029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3BBBA4-7B98-DA83-AF96-84278A8AB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156CF-AC96-27BB-0C4B-B51A39E6F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C1A9-FA3D-65A2-8DFC-3F1A89CF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2AB9C-F5DE-7BD9-5856-6D8BEE8BA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0E614-8E66-AB83-6FC7-CB76393F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440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D4832-0037-EBAB-1B5D-0F0A937F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78621-C732-8255-1AAE-3B382EDDA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0D220-C6E3-0D52-5E06-0BE9BFE07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67A3E6-B5AD-45AB-86AA-4DD6ED4190FA}" type="datetimeFigureOut">
              <a:rPr lang="en-NL" smtClean="0"/>
              <a:t>18/08/2025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D34C0-CD6A-33E3-7760-44B7377D2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E22FB-46E9-F8FE-D356-21C883D58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434C1-EA9F-4710-9C80-C4D477A4BF2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402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 3">
            <a:extLst>
              <a:ext uri="{FF2B5EF4-FFF2-40B4-BE49-F238E27FC236}">
                <a16:creationId xmlns:a16="http://schemas.microsoft.com/office/drawing/2014/main" id="{3D296482-C73D-1330-9961-444B6B243E46}"/>
              </a:ext>
            </a:extLst>
          </p:cNvPr>
          <p:cNvSpPr/>
          <p:nvPr/>
        </p:nvSpPr>
        <p:spPr>
          <a:xfrm rot="5825290">
            <a:off x="1672683" y="2487663"/>
            <a:ext cx="2133600" cy="1666509"/>
          </a:xfrm>
          <a:prstGeom prst="trapezoid">
            <a:avLst>
              <a:gd name="adj" fmla="val 20436"/>
            </a:avLst>
          </a:prstGeom>
          <a:solidFill>
            <a:schemeClr val="bg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F49046-95B8-0F39-0A3D-A43F16E16F45}"/>
              </a:ext>
            </a:extLst>
          </p:cNvPr>
          <p:cNvSpPr/>
          <p:nvPr/>
        </p:nvSpPr>
        <p:spPr>
          <a:xfrm>
            <a:off x="1883313" y="2008505"/>
            <a:ext cx="302600" cy="301887"/>
          </a:xfrm>
          <a:prstGeom prst="rect">
            <a:avLst/>
          </a:prstGeom>
          <a:solidFill>
            <a:srgbClr val="FF0000"/>
          </a:solidFill>
          <a:ln w="857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9F5DE9-6267-6D19-5F9F-82373F9F388B}"/>
              </a:ext>
            </a:extLst>
          </p:cNvPr>
          <p:cNvSpPr txBox="1"/>
          <p:nvPr/>
        </p:nvSpPr>
        <p:spPr>
          <a:xfrm>
            <a:off x="4462836" y="1920895"/>
            <a:ext cx="7017964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800" b="1" dirty="0">
                <a:ln w="0">
                  <a:noFill/>
                </a:ln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annot@it</a:t>
            </a:r>
            <a:endParaRPr lang="en-NL" sz="10800" b="1" dirty="0">
              <a:ln w="0">
                <a:noFill/>
              </a:ln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0E314B-4FCA-728B-ED0D-7F91BF2D8B21}"/>
              </a:ext>
            </a:extLst>
          </p:cNvPr>
          <p:cNvSpPr/>
          <p:nvPr/>
        </p:nvSpPr>
        <p:spPr>
          <a:xfrm>
            <a:off x="1629657" y="4160493"/>
            <a:ext cx="302600" cy="301887"/>
          </a:xfrm>
          <a:prstGeom prst="rect">
            <a:avLst/>
          </a:prstGeom>
          <a:solidFill>
            <a:srgbClr val="FF0000"/>
          </a:solidFill>
          <a:ln w="857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09E2CB-F270-DFFB-74C3-EEB0BE88B555}"/>
              </a:ext>
            </a:extLst>
          </p:cNvPr>
          <p:cNvSpPr/>
          <p:nvPr/>
        </p:nvSpPr>
        <p:spPr>
          <a:xfrm>
            <a:off x="3293977" y="4009549"/>
            <a:ext cx="302600" cy="301887"/>
          </a:xfrm>
          <a:prstGeom prst="rect">
            <a:avLst/>
          </a:prstGeom>
          <a:solidFill>
            <a:srgbClr val="FF0000"/>
          </a:solidFill>
          <a:ln w="857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47FF36-B877-BC76-99E6-9E489F402D66}"/>
              </a:ext>
            </a:extLst>
          </p:cNvPr>
          <p:cNvSpPr/>
          <p:nvPr/>
        </p:nvSpPr>
        <p:spPr>
          <a:xfrm>
            <a:off x="3546709" y="2546564"/>
            <a:ext cx="302600" cy="301887"/>
          </a:xfrm>
          <a:prstGeom prst="rect">
            <a:avLst/>
          </a:prstGeom>
          <a:solidFill>
            <a:srgbClr val="FF0000"/>
          </a:solidFill>
          <a:ln w="857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63362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3001E-3BC9-140A-5861-59D26ACEB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pezoid 3">
            <a:extLst>
              <a:ext uri="{FF2B5EF4-FFF2-40B4-BE49-F238E27FC236}">
                <a16:creationId xmlns:a16="http://schemas.microsoft.com/office/drawing/2014/main" id="{42B20EBD-648C-C363-25C6-1868278AD1DA}"/>
              </a:ext>
            </a:extLst>
          </p:cNvPr>
          <p:cNvSpPr/>
          <p:nvPr/>
        </p:nvSpPr>
        <p:spPr>
          <a:xfrm rot="5825290">
            <a:off x="1672683" y="2487663"/>
            <a:ext cx="2133600" cy="1666509"/>
          </a:xfrm>
          <a:prstGeom prst="trapezoid">
            <a:avLst>
              <a:gd name="adj" fmla="val 20436"/>
            </a:avLst>
          </a:prstGeom>
          <a:solidFill>
            <a:srgbClr val="FF0000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1AFD30-D06A-8C67-00E7-F3A065675C45}"/>
              </a:ext>
            </a:extLst>
          </p:cNvPr>
          <p:cNvSpPr/>
          <p:nvPr/>
        </p:nvSpPr>
        <p:spPr>
          <a:xfrm>
            <a:off x="1858269" y="2008505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5769B8-4A03-EE2D-5741-56D01F2E437F}"/>
              </a:ext>
            </a:extLst>
          </p:cNvPr>
          <p:cNvSpPr/>
          <p:nvPr/>
        </p:nvSpPr>
        <p:spPr>
          <a:xfrm>
            <a:off x="3389020" y="2444750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B08EC2-1C5C-15DB-FE88-90876C95F734}"/>
              </a:ext>
            </a:extLst>
          </p:cNvPr>
          <p:cNvSpPr/>
          <p:nvPr/>
        </p:nvSpPr>
        <p:spPr>
          <a:xfrm>
            <a:off x="3222332" y="3894455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8E14C-7668-BBE2-8AD3-EC0D0252DE51}"/>
              </a:ext>
            </a:extLst>
          </p:cNvPr>
          <p:cNvSpPr/>
          <p:nvPr/>
        </p:nvSpPr>
        <p:spPr>
          <a:xfrm>
            <a:off x="1538717" y="3977006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6FB4C-5D3E-BC35-4553-F1C2C276EF79}"/>
              </a:ext>
            </a:extLst>
          </p:cNvPr>
          <p:cNvSpPr txBox="1"/>
          <p:nvPr/>
        </p:nvSpPr>
        <p:spPr>
          <a:xfrm>
            <a:off x="2265437" y="2444750"/>
            <a:ext cx="1219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ln w="0">
                  <a:noFill/>
                </a:ln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endParaRPr lang="en-NL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A16231B8-5D0B-E65B-FE57-E987FBB9206E}"/>
              </a:ext>
            </a:extLst>
          </p:cNvPr>
          <p:cNvSpPr/>
          <p:nvPr/>
        </p:nvSpPr>
        <p:spPr>
          <a:xfrm rot="5825290">
            <a:off x="6820727" y="2687083"/>
            <a:ext cx="2133600" cy="1666509"/>
          </a:xfrm>
          <a:prstGeom prst="trapezoid">
            <a:avLst>
              <a:gd name="adj" fmla="val 20436"/>
            </a:avLst>
          </a:prstGeom>
          <a:solidFill>
            <a:srgbClr val="FF0000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CEB0E1-D7F4-B7EB-CE06-56AF33734C89}"/>
              </a:ext>
            </a:extLst>
          </p:cNvPr>
          <p:cNvSpPr/>
          <p:nvPr/>
        </p:nvSpPr>
        <p:spPr>
          <a:xfrm>
            <a:off x="7006313" y="2207925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2F3D01-B603-F166-6E84-3B8EBB7FAAB9}"/>
              </a:ext>
            </a:extLst>
          </p:cNvPr>
          <p:cNvSpPr/>
          <p:nvPr/>
        </p:nvSpPr>
        <p:spPr>
          <a:xfrm>
            <a:off x="8537064" y="2644170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D2BE78-5E59-E665-97FD-60F931056F0E}"/>
              </a:ext>
            </a:extLst>
          </p:cNvPr>
          <p:cNvSpPr/>
          <p:nvPr/>
        </p:nvSpPr>
        <p:spPr>
          <a:xfrm>
            <a:off x="8370376" y="4093875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9DC9B4-E2EF-DFFC-5344-23442E558639}"/>
              </a:ext>
            </a:extLst>
          </p:cNvPr>
          <p:cNvSpPr/>
          <p:nvPr/>
        </p:nvSpPr>
        <p:spPr>
          <a:xfrm>
            <a:off x="6686761" y="4176426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E10656-7CDB-74A7-1B91-213C25232761}"/>
              </a:ext>
            </a:extLst>
          </p:cNvPr>
          <p:cNvSpPr txBox="1"/>
          <p:nvPr/>
        </p:nvSpPr>
        <p:spPr>
          <a:xfrm>
            <a:off x="7393416" y="2517267"/>
            <a:ext cx="12192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600" b="1" dirty="0">
                <a:ln w="0">
                  <a:noFill/>
                </a:ln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endParaRPr lang="en-NL" sz="106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297F47-2158-41A3-14A5-C2F5211D4715}"/>
              </a:ext>
            </a:extLst>
          </p:cNvPr>
          <p:cNvSpPr/>
          <p:nvPr/>
        </p:nvSpPr>
        <p:spPr>
          <a:xfrm>
            <a:off x="10888175" y="1346901"/>
            <a:ext cx="430699" cy="43624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2FF5F7-1C00-3D1D-C5ED-B6BDF3E980CE}"/>
              </a:ext>
            </a:extLst>
          </p:cNvPr>
          <p:cNvSpPr/>
          <p:nvPr/>
        </p:nvSpPr>
        <p:spPr>
          <a:xfrm rot="244629">
            <a:off x="7492568" y="3104525"/>
            <a:ext cx="102485" cy="164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715C9E-C415-6724-2186-853E8BAC689C}"/>
              </a:ext>
            </a:extLst>
          </p:cNvPr>
          <p:cNvSpPr/>
          <p:nvPr/>
        </p:nvSpPr>
        <p:spPr>
          <a:xfrm>
            <a:off x="8294111" y="3674007"/>
            <a:ext cx="93006" cy="143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7499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7693E8-B235-96F4-C8A1-3641D6E1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71D02AE-4EBD-9568-ACE5-659D4B56792C}"/>
              </a:ext>
            </a:extLst>
          </p:cNvPr>
          <p:cNvSpPr/>
          <p:nvPr/>
        </p:nvSpPr>
        <p:spPr>
          <a:xfrm>
            <a:off x="0" y="0"/>
            <a:ext cx="12192000" cy="35090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60C606-9B4C-0C94-8837-21D249FBE41A}"/>
              </a:ext>
            </a:extLst>
          </p:cNvPr>
          <p:cNvGrpSpPr/>
          <p:nvPr/>
        </p:nvGrpSpPr>
        <p:grpSpPr>
          <a:xfrm>
            <a:off x="769194" y="502517"/>
            <a:ext cx="2334783" cy="2404746"/>
            <a:chOff x="769194" y="502517"/>
            <a:chExt cx="2334783" cy="2404746"/>
          </a:xfrm>
        </p:grpSpPr>
        <p:sp>
          <p:nvSpPr>
            <p:cNvPr id="4" name="Trapezoid 3">
              <a:extLst>
                <a:ext uri="{FF2B5EF4-FFF2-40B4-BE49-F238E27FC236}">
                  <a16:creationId xmlns:a16="http://schemas.microsoft.com/office/drawing/2014/main" id="{B79F8021-0797-46D5-E07C-F8C3F49350D7}"/>
                </a:ext>
              </a:extLst>
            </p:cNvPr>
            <p:cNvSpPr/>
            <p:nvPr/>
          </p:nvSpPr>
          <p:spPr>
            <a:xfrm rot="5825290">
              <a:off x="903160" y="981675"/>
              <a:ext cx="2133600" cy="1666509"/>
            </a:xfrm>
            <a:prstGeom prst="trapezoid">
              <a:avLst>
                <a:gd name="adj" fmla="val 20436"/>
              </a:avLst>
            </a:prstGeom>
            <a:solidFill>
              <a:srgbClr val="FF0000"/>
            </a:solidFill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0E55B9E-77EE-EBBA-303F-90973A82EE25}"/>
                </a:ext>
              </a:extLst>
            </p:cNvPr>
            <p:cNvSpPr/>
            <p:nvPr/>
          </p:nvSpPr>
          <p:spPr>
            <a:xfrm>
              <a:off x="1088746" y="502517"/>
              <a:ext cx="484480" cy="436245"/>
            </a:xfrm>
            <a:prstGeom prst="rect">
              <a:avLst/>
            </a:prstGeom>
            <a:solidFill>
              <a:schemeClr val="bg1"/>
            </a:solidFill>
            <a:ln w="146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E665DC5-2415-9CD2-D3FF-24CCF0327E6F}"/>
                </a:ext>
              </a:extLst>
            </p:cNvPr>
            <p:cNvSpPr/>
            <p:nvPr/>
          </p:nvSpPr>
          <p:spPr>
            <a:xfrm>
              <a:off x="2619497" y="938762"/>
              <a:ext cx="484480" cy="436245"/>
            </a:xfrm>
            <a:prstGeom prst="rect">
              <a:avLst/>
            </a:prstGeom>
            <a:solidFill>
              <a:schemeClr val="bg1"/>
            </a:solidFill>
            <a:ln w="146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A3E2DB-BF8E-CBBF-0805-19717D776841}"/>
                </a:ext>
              </a:extLst>
            </p:cNvPr>
            <p:cNvSpPr/>
            <p:nvPr/>
          </p:nvSpPr>
          <p:spPr>
            <a:xfrm>
              <a:off x="2452809" y="2388467"/>
              <a:ext cx="484480" cy="436245"/>
            </a:xfrm>
            <a:prstGeom prst="rect">
              <a:avLst/>
            </a:prstGeom>
            <a:solidFill>
              <a:schemeClr val="bg1"/>
            </a:solidFill>
            <a:ln w="146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54BD62-1150-4F8A-B2F3-685BA59BA798}"/>
                </a:ext>
              </a:extLst>
            </p:cNvPr>
            <p:cNvSpPr/>
            <p:nvPr/>
          </p:nvSpPr>
          <p:spPr>
            <a:xfrm>
              <a:off x="769194" y="2471018"/>
              <a:ext cx="484480" cy="436245"/>
            </a:xfrm>
            <a:prstGeom prst="rect">
              <a:avLst/>
            </a:prstGeom>
            <a:solidFill>
              <a:schemeClr val="bg1"/>
            </a:solidFill>
            <a:ln w="146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C864A5-F386-096B-C71A-7E1731F57CFA}"/>
                </a:ext>
              </a:extLst>
            </p:cNvPr>
            <p:cNvSpPr txBox="1"/>
            <p:nvPr/>
          </p:nvSpPr>
          <p:spPr>
            <a:xfrm>
              <a:off x="1495914" y="938762"/>
              <a:ext cx="121920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600" b="1" dirty="0">
                  <a:ln w="0">
                    <a:noFill/>
                  </a:ln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endParaRPr lang="en-NL" dirty="0"/>
            </a:p>
          </p:txBody>
        </p:sp>
      </p:grpSp>
      <p:sp>
        <p:nvSpPr>
          <p:cNvPr id="6" name="Trapezoid 5">
            <a:extLst>
              <a:ext uri="{FF2B5EF4-FFF2-40B4-BE49-F238E27FC236}">
                <a16:creationId xmlns:a16="http://schemas.microsoft.com/office/drawing/2014/main" id="{66F82490-D02A-6FBB-10A0-BA3A5FFA165C}"/>
              </a:ext>
            </a:extLst>
          </p:cNvPr>
          <p:cNvSpPr/>
          <p:nvPr/>
        </p:nvSpPr>
        <p:spPr>
          <a:xfrm rot="5825290">
            <a:off x="196505" y="4905261"/>
            <a:ext cx="2133600" cy="1666509"/>
          </a:xfrm>
          <a:prstGeom prst="trapezoid">
            <a:avLst>
              <a:gd name="adj" fmla="val 20436"/>
            </a:avLst>
          </a:prstGeom>
          <a:solidFill>
            <a:srgbClr val="FF0000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31E91F-C6E2-14B7-E02C-A529F95F3209}"/>
              </a:ext>
            </a:extLst>
          </p:cNvPr>
          <p:cNvSpPr/>
          <p:nvPr/>
        </p:nvSpPr>
        <p:spPr>
          <a:xfrm>
            <a:off x="382091" y="4426103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356C93-59A0-B5DB-DDC0-95D0252181D8}"/>
              </a:ext>
            </a:extLst>
          </p:cNvPr>
          <p:cNvSpPr/>
          <p:nvPr/>
        </p:nvSpPr>
        <p:spPr>
          <a:xfrm>
            <a:off x="1912842" y="4862348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6A562-B9C5-2687-52FA-39DAED390A2D}"/>
              </a:ext>
            </a:extLst>
          </p:cNvPr>
          <p:cNvSpPr/>
          <p:nvPr/>
        </p:nvSpPr>
        <p:spPr>
          <a:xfrm>
            <a:off x="1746154" y="6312053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5662BD-79D8-07E3-EECB-0E2ABA1A828F}"/>
              </a:ext>
            </a:extLst>
          </p:cNvPr>
          <p:cNvSpPr/>
          <p:nvPr/>
        </p:nvSpPr>
        <p:spPr>
          <a:xfrm>
            <a:off x="62539" y="6394604"/>
            <a:ext cx="484480" cy="436245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59A2F8-4832-08B7-24F3-747745FDFA33}"/>
              </a:ext>
            </a:extLst>
          </p:cNvPr>
          <p:cNvSpPr txBox="1"/>
          <p:nvPr/>
        </p:nvSpPr>
        <p:spPr>
          <a:xfrm>
            <a:off x="769194" y="4735445"/>
            <a:ext cx="12192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600" b="1" dirty="0">
                <a:ln w="0">
                  <a:noFill/>
                </a:ln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endParaRPr lang="en-NL" sz="106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FEF5E7-7301-9AAA-CCE7-0071E7FFFB3B}"/>
              </a:ext>
            </a:extLst>
          </p:cNvPr>
          <p:cNvSpPr/>
          <p:nvPr/>
        </p:nvSpPr>
        <p:spPr>
          <a:xfrm rot="244629">
            <a:off x="868346" y="5322703"/>
            <a:ext cx="102485" cy="164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932B9E-5403-B2F8-53C1-571A428F9F7F}"/>
              </a:ext>
            </a:extLst>
          </p:cNvPr>
          <p:cNvSpPr/>
          <p:nvPr/>
        </p:nvSpPr>
        <p:spPr>
          <a:xfrm>
            <a:off x="1669889" y="5892185"/>
            <a:ext cx="93006" cy="1435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0A157C-9AC8-463E-1DBD-1350B5B3F73F}"/>
              </a:ext>
            </a:extLst>
          </p:cNvPr>
          <p:cNvSpPr txBox="1"/>
          <p:nvPr/>
        </p:nvSpPr>
        <p:spPr>
          <a:xfrm>
            <a:off x="4670386" y="614600"/>
            <a:ext cx="699354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7200" b="1" dirty="0">
                <a:ln w="0">
                  <a:noFill/>
                </a:ln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AnnotateIt</a:t>
            </a:r>
            <a:endParaRPr lang="en-NL" sz="7200" b="1" dirty="0">
              <a:ln w="0">
                <a:noFill/>
              </a:ln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BF907B-AC5F-6D00-456A-DE39D2B2BCA8}"/>
              </a:ext>
            </a:extLst>
          </p:cNvPr>
          <p:cNvSpPr txBox="1"/>
          <p:nvPr/>
        </p:nvSpPr>
        <p:spPr>
          <a:xfrm>
            <a:off x="4722435" y="1752153"/>
            <a:ext cx="6993541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n w="0">
                  <a:noFill/>
                </a:ln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Effortless Annotation &amp; Dataset Management</a:t>
            </a:r>
            <a:endParaRPr lang="en-NL" sz="1600" b="1" dirty="0">
              <a:ln w="0">
                <a:noFill/>
              </a:ln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06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FB3D3-C54F-BBED-B811-216D13EB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B7D4A94-AB8B-551B-6694-E4CE99749E06}"/>
              </a:ext>
            </a:extLst>
          </p:cNvPr>
          <p:cNvSpPr/>
          <p:nvPr/>
        </p:nvSpPr>
        <p:spPr>
          <a:xfrm>
            <a:off x="1595235" y="2282331"/>
            <a:ext cx="2520000" cy="252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832C9E-97AA-41D6-C4F2-7881995B13F1}"/>
              </a:ext>
            </a:extLst>
          </p:cNvPr>
          <p:cNvSpPr/>
          <p:nvPr/>
        </p:nvSpPr>
        <p:spPr>
          <a:xfrm>
            <a:off x="1595235" y="3370355"/>
            <a:ext cx="2520000" cy="1431977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C047E59-3110-19AD-550C-545E38C6EB7B}"/>
              </a:ext>
            </a:extLst>
          </p:cNvPr>
          <p:cNvSpPr/>
          <p:nvPr/>
        </p:nvSpPr>
        <p:spPr>
          <a:xfrm>
            <a:off x="1595235" y="2280271"/>
            <a:ext cx="1846861" cy="2520000"/>
          </a:xfrm>
          <a:prstGeom prst="roundRect">
            <a:avLst>
              <a:gd name="adj" fmla="val 0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82171C1-78C8-308B-6E70-07F31427995A}"/>
              </a:ext>
            </a:extLst>
          </p:cNvPr>
          <p:cNvSpPr/>
          <p:nvPr/>
        </p:nvSpPr>
        <p:spPr>
          <a:xfrm>
            <a:off x="2314069" y="4046589"/>
            <a:ext cx="1356788" cy="753682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2DB4099-F186-6621-C483-B450CB8FC105}"/>
              </a:ext>
            </a:extLst>
          </p:cNvPr>
          <p:cNvGrpSpPr/>
          <p:nvPr/>
        </p:nvGrpSpPr>
        <p:grpSpPr>
          <a:xfrm>
            <a:off x="8167122" y="2167969"/>
            <a:ext cx="2520000" cy="2522061"/>
            <a:chOff x="1907442" y="1736171"/>
            <a:chExt cx="2520000" cy="252206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BE6A45-341C-4A78-654F-44EEDB26151E}"/>
                </a:ext>
              </a:extLst>
            </p:cNvPr>
            <p:cNvSpPr/>
            <p:nvPr/>
          </p:nvSpPr>
          <p:spPr>
            <a:xfrm>
              <a:off x="1907442" y="1738231"/>
              <a:ext cx="2520000" cy="252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771673F-CF6D-B1C1-2263-0DDDB3DFCD9F}"/>
                </a:ext>
              </a:extLst>
            </p:cNvPr>
            <p:cNvSpPr/>
            <p:nvPr/>
          </p:nvSpPr>
          <p:spPr>
            <a:xfrm>
              <a:off x="1907442" y="1736171"/>
              <a:ext cx="2042067" cy="2106295"/>
            </a:xfrm>
            <a:prstGeom prst="roundRect">
              <a:avLst>
                <a:gd name="adj" fmla="val 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8B1E5C9-CF37-134C-CB3E-140AEF3FE30E}"/>
                </a:ext>
              </a:extLst>
            </p:cNvPr>
            <p:cNvSpPr/>
            <p:nvPr/>
          </p:nvSpPr>
          <p:spPr>
            <a:xfrm>
              <a:off x="2470482" y="2172892"/>
              <a:ext cx="1956960" cy="2085340"/>
            </a:xfrm>
            <a:prstGeom prst="roundRect">
              <a:avLst>
                <a:gd name="adj" fmla="val 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26E5162-C3C2-809E-7C32-EC714DE31AFB}"/>
                </a:ext>
              </a:extLst>
            </p:cNvPr>
            <p:cNvSpPr/>
            <p:nvPr/>
          </p:nvSpPr>
          <p:spPr>
            <a:xfrm>
              <a:off x="2851150" y="1736171"/>
              <a:ext cx="1576292" cy="1883329"/>
            </a:xfrm>
            <a:prstGeom prst="roundRect">
              <a:avLst>
                <a:gd name="adj" fmla="val 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4" name="Trapezoid 3">
              <a:extLst>
                <a:ext uri="{FF2B5EF4-FFF2-40B4-BE49-F238E27FC236}">
                  <a16:creationId xmlns:a16="http://schemas.microsoft.com/office/drawing/2014/main" id="{5CE2876B-2F2B-B2DA-D1F5-44CE330664D1}"/>
                </a:ext>
              </a:extLst>
            </p:cNvPr>
            <p:cNvSpPr/>
            <p:nvPr/>
          </p:nvSpPr>
          <p:spPr>
            <a:xfrm rot="5825290">
              <a:off x="2123533" y="2284463"/>
              <a:ext cx="2133600" cy="1666509"/>
            </a:xfrm>
            <a:prstGeom prst="trapezoid">
              <a:avLst>
                <a:gd name="adj" fmla="val 20436"/>
              </a:avLst>
            </a:prstGeom>
            <a:solidFill>
              <a:srgbClr val="FF0000"/>
            </a:solidFill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E2F5ACD-516D-64AD-F44C-A3699D057DDE}"/>
                </a:ext>
              </a:extLst>
            </p:cNvPr>
            <p:cNvSpPr/>
            <p:nvPr/>
          </p:nvSpPr>
          <p:spPr>
            <a:xfrm>
              <a:off x="2299676" y="1805305"/>
              <a:ext cx="484480" cy="436245"/>
            </a:xfrm>
            <a:prstGeom prst="rect">
              <a:avLst/>
            </a:prstGeom>
            <a:solidFill>
              <a:schemeClr val="bg1"/>
            </a:solidFill>
            <a:ln w="146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A152CC9-866B-2364-8BB2-309CCAD2DD98}"/>
                </a:ext>
              </a:extLst>
            </p:cNvPr>
            <p:cNvSpPr/>
            <p:nvPr/>
          </p:nvSpPr>
          <p:spPr>
            <a:xfrm>
              <a:off x="3868632" y="2241550"/>
              <a:ext cx="484480" cy="436245"/>
            </a:xfrm>
            <a:prstGeom prst="rect">
              <a:avLst/>
            </a:prstGeom>
            <a:solidFill>
              <a:schemeClr val="bg1"/>
            </a:solidFill>
            <a:ln w="146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5625612-E761-586A-A811-3E4EE144D285}"/>
                </a:ext>
              </a:extLst>
            </p:cNvPr>
            <p:cNvSpPr/>
            <p:nvPr/>
          </p:nvSpPr>
          <p:spPr>
            <a:xfrm>
              <a:off x="3739167" y="3693001"/>
              <a:ext cx="484480" cy="436245"/>
            </a:xfrm>
            <a:prstGeom prst="rect">
              <a:avLst/>
            </a:prstGeom>
            <a:solidFill>
              <a:schemeClr val="bg1"/>
            </a:solidFill>
            <a:ln w="146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6AE028-9815-F392-1586-F54C0A9DB986}"/>
                </a:ext>
              </a:extLst>
            </p:cNvPr>
            <p:cNvSpPr/>
            <p:nvPr/>
          </p:nvSpPr>
          <p:spPr>
            <a:xfrm>
              <a:off x="1980764" y="3749994"/>
              <a:ext cx="484480" cy="436245"/>
            </a:xfrm>
            <a:prstGeom prst="rect">
              <a:avLst/>
            </a:prstGeom>
            <a:solidFill>
              <a:schemeClr val="bg1"/>
            </a:solidFill>
            <a:ln w="146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160AFE3-914E-4184-A6BD-0148ABD23271}"/>
                </a:ext>
              </a:extLst>
            </p:cNvPr>
            <p:cNvSpPr txBox="1"/>
            <p:nvPr/>
          </p:nvSpPr>
          <p:spPr>
            <a:xfrm>
              <a:off x="2580733" y="1992016"/>
              <a:ext cx="121920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600" b="1" dirty="0">
                  <a:ln w="0">
                    <a:noFill/>
                  </a:ln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  <a:endParaRPr lang="en-NL" sz="12600" dirty="0"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A3E96A3-1DFE-E661-588D-3A1AC118677E}"/>
              </a:ext>
            </a:extLst>
          </p:cNvPr>
          <p:cNvSpPr/>
          <p:nvPr/>
        </p:nvSpPr>
        <p:spPr>
          <a:xfrm>
            <a:off x="2546499" y="2280273"/>
            <a:ext cx="1568735" cy="1090082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5D165CCA-7A31-21DC-CD80-250A30E16554}"/>
              </a:ext>
            </a:extLst>
          </p:cNvPr>
          <p:cNvSpPr/>
          <p:nvPr/>
        </p:nvSpPr>
        <p:spPr>
          <a:xfrm rot="5825290">
            <a:off x="1933999" y="2943885"/>
            <a:ext cx="1868958" cy="1440483"/>
          </a:xfrm>
          <a:prstGeom prst="trapezoid">
            <a:avLst>
              <a:gd name="adj" fmla="val 20436"/>
            </a:avLst>
          </a:prstGeom>
          <a:solidFill>
            <a:srgbClr val="FF0000"/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8BB542-99CD-7438-C61F-FCB0D3A611B8}"/>
              </a:ext>
            </a:extLst>
          </p:cNvPr>
          <p:cNvSpPr/>
          <p:nvPr/>
        </p:nvSpPr>
        <p:spPr>
          <a:xfrm>
            <a:off x="2115288" y="2522027"/>
            <a:ext cx="360000" cy="360000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50583D-55E2-88D9-3E28-7D4D532936CE}"/>
              </a:ext>
            </a:extLst>
          </p:cNvPr>
          <p:cNvSpPr/>
          <p:nvPr/>
        </p:nvSpPr>
        <p:spPr>
          <a:xfrm>
            <a:off x="3592327" y="2938783"/>
            <a:ext cx="360000" cy="360000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2C7875-B5B6-AF6E-6325-F32B6179C3AB}"/>
              </a:ext>
            </a:extLst>
          </p:cNvPr>
          <p:cNvSpPr/>
          <p:nvPr/>
        </p:nvSpPr>
        <p:spPr>
          <a:xfrm>
            <a:off x="3442097" y="4169166"/>
            <a:ext cx="360000" cy="360000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46F6FE-8CB3-3E0E-EDF3-9CCEDD3A721F}"/>
              </a:ext>
            </a:extLst>
          </p:cNvPr>
          <p:cNvSpPr/>
          <p:nvPr/>
        </p:nvSpPr>
        <p:spPr>
          <a:xfrm>
            <a:off x="1882858" y="4279485"/>
            <a:ext cx="360000" cy="360000"/>
          </a:xfrm>
          <a:prstGeom prst="rect">
            <a:avLst/>
          </a:prstGeom>
          <a:solidFill>
            <a:schemeClr val="bg1"/>
          </a:solidFill>
          <a:ln w="146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B43605-B36F-FC5E-1189-9E5CB8AF2067}"/>
              </a:ext>
            </a:extLst>
          </p:cNvPr>
          <p:cNvSpPr txBox="1"/>
          <p:nvPr/>
        </p:nvSpPr>
        <p:spPr>
          <a:xfrm>
            <a:off x="2428363" y="2757501"/>
            <a:ext cx="1219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b="1" dirty="0">
                <a:ln w="0">
                  <a:noFill/>
                </a:ln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endParaRPr lang="en-NL" sz="9600" dirty="0"/>
          </a:p>
        </p:txBody>
      </p:sp>
    </p:spTree>
    <p:extLst>
      <p:ext uri="{BB962C8B-B14F-4D97-AF65-F5344CB8AC3E}">
        <p14:creationId xmlns:p14="http://schemas.microsoft.com/office/powerpoint/2010/main" val="401510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EA368-E5E8-AC4C-8719-594862F8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9384F45-0963-F648-65EC-A1CCF2E10EF0}"/>
              </a:ext>
            </a:extLst>
          </p:cNvPr>
          <p:cNvGrpSpPr/>
          <p:nvPr/>
        </p:nvGrpSpPr>
        <p:grpSpPr>
          <a:xfrm>
            <a:off x="2411744" y="414580"/>
            <a:ext cx="2219652" cy="2453875"/>
            <a:chOff x="1629657" y="2008505"/>
            <a:chExt cx="2219652" cy="245387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ContrastingRightFacing" fov="1200000">
              <a:rot lat="730444" lon="20819905" rev="504797"/>
            </a:camera>
            <a:lightRig rig="threePt" dir="t"/>
          </a:scene3d>
        </p:grpSpPr>
        <p:sp>
          <p:nvSpPr>
            <p:cNvPr id="4" name="Trapezoid 3">
              <a:extLst>
                <a:ext uri="{FF2B5EF4-FFF2-40B4-BE49-F238E27FC236}">
                  <a16:creationId xmlns:a16="http://schemas.microsoft.com/office/drawing/2014/main" id="{B95E41CA-91CB-7B0E-179A-B35DC6373E47}"/>
                </a:ext>
              </a:extLst>
            </p:cNvPr>
            <p:cNvSpPr/>
            <p:nvPr/>
          </p:nvSpPr>
          <p:spPr>
            <a:xfrm rot="5825290">
              <a:off x="1672683" y="2487663"/>
              <a:ext cx="2133600" cy="1666509"/>
            </a:xfrm>
            <a:prstGeom prst="trapezoid">
              <a:avLst>
                <a:gd name="adj" fmla="val 20436"/>
              </a:avLst>
            </a:prstGeom>
            <a:solidFill>
              <a:srgbClr val="FF0000"/>
            </a:solidFill>
            <a:ln w="63500">
              <a:solidFill>
                <a:srgbClr val="FF0000"/>
              </a:solidFill>
            </a:ln>
            <a:sp3d z="6985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EE3C48-9590-3722-7A99-90CC0ADF6576}"/>
                </a:ext>
              </a:extLst>
            </p:cNvPr>
            <p:cNvSpPr/>
            <p:nvPr/>
          </p:nvSpPr>
          <p:spPr>
            <a:xfrm>
              <a:off x="1883313" y="2008505"/>
              <a:ext cx="302600" cy="301887"/>
            </a:xfrm>
            <a:prstGeom prst="rect">
              <a:avLst/>
            </a:prstGeom>
            <a:solidFill>
              <a:srgbClr val="FF0000"/>
            </a:solidFill>
            <a:ln w="85725">
              <a:solidFill>
                <a:srgbClr val="FF0000"/>
              </a:solidFill>
            </a:ln>
            <a:sp3d z="6985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277F01-FE67-67EC-9D8F-97B0E83790F3}"/>
                </a:ext>
              </a:extLst>
            </p:cNvPr>
            <p:cNvSpPr/>
            <p:nvPr/>
          </p:nvSpPr>
          <p:spPr>
            <a:xfrm>
              <a:off x="1629657" y="4160493"/>
              <a:ext cx="302600" cy="301887"/>
            </a:xfrm>
            <a:prstGeom prst="rect">
              <a:avLst/>
            </a:prstGeom>
            <a:solidFill>
              <a:srgbClr val="FF0000"/>
            </a:solidFill>
            <a:ln w="85725">
              <a:solidFill>
                <a:srgbClr val="FF0000"/>
              </a:solidFill>
            </a:ln>
            <a:sp3d z="6985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83B9A19-84EE-3982-E61F-8C095CDE5DD9}"/>
                </a:ext>
              </a:extLst>
            </p:cNvPr>
            <p:cNvSpPr/>
            <p:nvPr/>
          </p:nvSpPr>
          <p:spPr>
            <a:xfrm>
              <a:off x="3293977" y="4009549"/>
              <a:ext cx="302600" cy="301887"/>
            </a:xfrm>
            <a:prstGeom prst="rect">
              <a:avLst/>
            </a:prstGeom>
            <a:solidFill>
              <a:srgbClr val="FF0000"/>
            </a:solidFill>
            <a:ln w="85725">
              <a:solidFill>
                <a:srgbClr val="FF0000"/>
              </a:solidFill>
            </a:ln>
            <a:sp3d z="6985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216074B-8DC9-DA29-5357-5532D4B60DF6}"/>
                </a:ext>
              </a:extLst>
            </p:cNvPr>
            <p:cNvSpPr/>
            <p:nvPr/>
          </p:nvSpPr>
          <p:spPr>
            <a:xfrm>
              <a:off x="3546709" y="2546564"/>
              <a:ext cx="302600" cy="301887"/>
            </a:xfrm>
            <a:prstGeom prst="rect">
              <a:avLst/>
            </a:prstGeom>
            <a:solidFill>
              <a:srgbClr val="FF0000"/>
            </a:solidFill>
            <a:ln w="85725">
              <a:solidFill>
                <a:srgbClr val="FF0000"/>
              </a:solidFill>
            </a:ln>
            <a:sp3d z="6985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54370D-092F-FD7C-A16F-65E7CF424367}"/>
              </a:ext>
            </a:extLst>
          </p:cNvPr>
          <p:cNvSpPr txBox="1"/>
          <p:nvPr/>
        </p:nvSpPr>
        <p:spPr>
          <a:xfrm>
            <a:off x="5803663" y="-63174"/>
            <a:ext cx="5907691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800" b="1" dirty="0">
                <a:ln w="0">
                  <a:noFill/>
                </a:ln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annot@it</a:t>
            </a:r>
            <a:endParaRPr lang="en-NL" sz="8800" b="1" dirty="0">
              <a:ln w="0">
                <a:noFill/>
              </a:ln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88137B-C167-B896-E04B-2D3C5AB60FAF}"/>
              </a:ext>
            </a:extLst>
          </p:cNvPr>
          <p:cNvGrpSpPr/>
          <p:nvPr/>
        </p:nvGrpSpPr>
        <p:grpSpPr>
          <a:xfrm>
            <a:off x="294448" y="3642561"/>
            <a:ext cx="2268596" cy="2453874"/>
            <a:chOff x="5263516" y="2116587"/>
            <a:chExt cx="2268596" cy="2453874"/>
          </a:xfrm>
          <a:solidFill>
            <a:srgbClr val="FF0000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ContrastingRightFacing">
              <a:rot lat="433615" lon="20775722" rev="497350"/>
            </a:camera>
            <a:lightRig rig="threePt" dir="t"/>
          </a:scene3d>
        </p:grpSpPr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A6E19E35-036F-D8C9-F67B-185859CE2642}"/>
                </a:ext>
              </a:extLst>
            </p:cNvPr>
            <p:cNvSpPr/>
            <p:nvPr/>
          </p:nvSpPr>
          <p:spPr>
            <a:xfrm rot="5825290">
              <a:off x="5355486" y="2595745"/>
              <a:ext cx="2133600" cy="1666509"/>
            </a:xfrm>
            <a:prstGeom prst="trapezoid">
              <a:avLst>
                <a:gd name="adj" fmla="val 20436"/>
              </a:avLst>
            </a:prstGeom>
            <a:grpFill/>
            <a:ln w="63500">
              <a:solidFill>
                <a:srgbClr val="FF0000"/>
              </a:solidFill>
            </a:ln>
            <a:sp3d z="793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44A7BCE-3A49-13E8-561F-993664D1E283}"/>
                </a:ext>
              </a:extLst>
            </p:cNvPr>
            <p:cNvSpPr/>
            <p:nvPr/>
          </p:nvSpPr>
          <p:spPr>
            <a:xfrm>
              <a:off x="5263516" y="4268574"/>
              <a:ext cx="302600" cy="301887"/>
            </a:xfrm>
            <a:prstGeom prst="rect">
              <a:avLst/>
            </a:prstGeom>
            <a:grpFill/>
            <a:ln w="85725">
              <a:solidFill>
                <a:srgbClr val="FF0000"/>
              </a:solidFill>
            </a:ln>
            <a:sp3d z="793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138F1AB-C0FA-9179-0190-C143A2B53331}"/>
                </a:ext>
              </a:extLst>
            </p:cNvPr>
            <p:cNvSpPr/>
            <p:nvPr/>
          </p:nvSpPr>
          <p:spPr>
            <a:xfrm>
              <a:off x="6976780" y="4117631"/>
              <a:ext cx="302600" cy="301887"/>
            </a:xfrm>
            <a:prstGeom prst="rect">
              <a:avLst/>
            </a:prstGeom>
            <a:grpFill/>
            <a:ln w="85725">
              <a:solidFill>
                <a:srgbClr val="FF0000"/>
              </a:solidFill>
            </a:ln>
            <a:sp3d z="793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8614CF4-9F9A-E080-FE12-5760E9363FA5}"/>
                </a:ext>
              </a:extLst>
            </p:cNvPr>
            <p:cNvSpPr/>
            <p:nvPr/>
          </p:nvSpPr>
          <p:spPr>
            <a:xfrm>
              <a:off x="7229512" y="2654646"/>
              <a:ext cx="302600" cy="301887"/>
            </a:xfrm>
            <a:prstGeom prst="rect">
              <a:avLst/>
            </a:prstGeom>
            <a:grpFill/>
            <a:ln w="85725">
              <a:solidFill>
                <a:srgbClr val="FF0000"/>
              </a:solidFill>
            </a:ln>
            <a:sp3d z="793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6A3E7C-8807-66A8-F9BA-FA5B8D979547}"/>
                </a:ext>
              </a:extLst>
            </p:cNvPr>
            <p:cNvSpPr/>
            <p:nvPr/>
          </p:nvSpPr>
          <p:spPr>
            <a:xfrm>
              <a:off x="5566116" y="2116587"/>
              <a:ext cx="302600" cy="301887"/>
            </a:xfrm>
            <a:prstGeom prst="rect">
              <a:avLst/>
            </a:prstGeom>
            <a:grpFill/>
            <a:ln w="85725">
              <a:solidFill>
                <a:srgbClr val="FF0000"/>
              </a:solidFill>
            </a:ln>
            <a:sp3d z="793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D060D4-B166-3150-E235-3F68FDD7208A}"/>
              </a:ext>
            </a:extLst>
          </p:cNvPr>
          <p:cNvGrpSpPr/>
          <p:nvPr/>
        </p:nvGrpSpPr>
        <p:grpSpPr>
          <a:xfrm>
            <a:off x="7386594" y="2415624"/>
            <a:ext cx="2268596" cy="2453874"/>
            <a:chOff x="9149916" y="2159446"/>
            <a:chExt cx="2268596" cy="245387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isometricOffAxis2Right">
              <a:rot lat="521039" lon="19936981" rev="287193"/>
            </a:camera>
            <a:lightRig rig="threePt" dir="t"/>
          </a:scene3d>
        </p:grpSpPr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1D8A2A0E-E0D1-B27A-A84C-4156B5525F5A}"/>
                </a:ext>
              </a:extLst>
            </p:cNvPr>
            <p:cNvSpPr/>
            <p:nvPr/>
          </p:nvSpPr>
          <p:spPr>
            <a:xfrm rot="5825290">
              <a:off x="9241886" y="2638604"/>
              <a:ext cx="2133600" cy="1666509"/>
            </a:xfrm>
            <a:prstGeom prst="trapezoid">
              <a:avLst>
                <a:gd name="adj" fmla="val 20436"/>
              </a:avLst>
            </a:prstGeom>
            <a:solidFill>
              <a:srgbClr val="FF0000"/>
            </a:solidFill>
            <a:ln w="63500">
              <a:solidFill>
                <a:srgbClr val="FF0000"/>
              </a:solidFill>
            </a:ln>
            <a:sp3d z="660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C0EFB6-182B-E1D4-D5BE-9BA36D380A35}"/>
                </a:ext>
              </a:extLst>
            </p:cNvPr>
            <p:cNvSpPr/>
            <p:nvPr/>
          </p:nvSpPr>
          <p:spPr>
            <a:xfrm>
              <a:off x="9149916" y="4311433"/>
              <a:ext cx="302600" cy="301887"/>
            </a:xfrm>
            <a:prstGeom prst="rect">
              <a:avLst/>
            </a:prstGeom>
            <a:solidFill>
              <a:schemeClr val="bg1"/>
            </a:solidFill>
            <a:ln w="85725">
              <a:solidFill>
                <a:srgbClr val="FF0000"/>
              </a:solidFill>
            </a:ln>
            <a:sp3d z="660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14F71F-BA06-3F21-8A75-6192CCF66950}"/>
                </a:ext>
              </a:extLst>
            </p:cNvPr>
            <p:cNvSpPr/>
            <p:nvPr/>
          </p:nvSpPr>
          <p:spPr>
            <a:xfrm>
              <a:off x="10863180" y="4160490"/>
              <a:ext cx="302600" cy="301887"/>
            </a:xfrm>
            <a:prstGeom prst="rect">
              <a:avLst/>
            </a:prstGeom>
            <a:solidFill>
              <a:schemeClr val="bg1"/>
            </a:solidFill>
            <a:ln w="85725">
              <a:solidFill>
                <a:srgbClr val="FF0000"/>
              </a:solidFill>
            </a:ln>
            <a:sp3d z="660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178582-03AD-299B-5B48-9F241EACBE27}"/>
                </a:ext>
              </a:extLst>
            </p:cNvPr>
            <p:cNvSpPr/>
            <p:nvPr/>
          </p:nvSpPr>
          <p:spPr>
            <a:xfrm>
              <a:off x="11115912" y="2697505"/>
              <a:ext cx="302600" cy="301887"/>
            </a:xfrm>
            <a:prstGeom prst="rect">
              <a:avLst/>
            </a:prstGeom>
            <a:solidFill>
              <a:schemeClr val="bg1"/>
            </a:solidFill>
            <a:ln w="85725">
              <a:solidFill>
                <a:srgbClr val="FF0000"/>
              </a:solidFill>
            </a:ln>
            <a:sp3d z="660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D124E58-28B2-C99A-791F-3A12B727D9B5}"/>
                </a:ext>
              </a:extLst>
            </p:cNvPr>
            <p:cNvSpPr/>
            <p:nvPr/>
          </p:nvSpPr>
          <p:spPr>
            <a:xfrm>
              <a:off x="9452516" y="2159446"/>
              <a:ext cx="302600" cy="301887"/>
            </a:xfrm>
            <a:prstGeom prst="rect">
              <a:avLst/>
            </a:prstGeom>
            <a:solidFill>
              <a:schemeClr val="bg1"/>
            </a:solidFill>
            <a:ln w="85725">
              <a:solidFill>
                <a:srgbClr val="FF0000"/>
              </a:solidFill>
            </a:ln>
            <a:sp3d z="660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127174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102814B8-5D67-32E6-C91A-3CED1DDBD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356"/>
            <a:ext cx="12192000" cy="65066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F8B5CB-F97D-24D4-C575-33EEB6E29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06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3B789C-DFE4-9332-72CC-F0D36F6FB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44" y="3045040"/>
            <a:ext cx="4039085" cy="2424855"/>
          </a:xfrm>
          <a:prstGeom prst="rect">
            <a:avLst/>
          </a:prstGeom>
          <a:ln w="25400" cap="sq">
            <a:solidFill>
              <a:srgbClr val="C00000"/>
            </a:solidFill>
            <a:round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2348DF-EFD1-BAC6-B665-94CC2B615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2453" y="4302421"/>
            <a:ext cx="4923937" cy="2425223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D6E070-87B7-9718-E27E-3D788C109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714" y="2791750"/>
            <a:ext cx="4064149" cy="2296286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650197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E810CB-CF09-2939-E0F6-F5E0F0AA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63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777F4F-7809-9C02-B799-9AD9F68FC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FBAA5C-A759-2E90-4809-0CABAD1FB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566" y="3917135"/>
            <a:ext cx="3882881" cy="2390862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752712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F3B536-34CD-A3E5-11B3-F5D5BE9F4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2BF112-61A0-E74B-B87E-5640365A9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399" y="3429000"/>
            <a:ext cx="4951426" cy="3199827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82A71E-D0B5-E44C-E913-AC895E1AA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41" y="3461416"/>
            <a:ext cx="4826198" cy="3167411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051604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57506E-9066-4B1F-4E2A-6300E8C59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401F6C-DEC5-0B5A-6A77-F6AE92540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004" y="3933670"/>
            <a:ext cx="4850018" cy="2780950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4466FF-7873-90DA-03D9-8B0575482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1185" y="3933670"/>
            <a:ext cx="4892604" cy="2780950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602146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4803</TotalTime>
  <Words>20</Words>
  <Application>Microsoft Office PowerPoint</Application>
  <PresentationFormat>Widescreen</PresentationFormat>
  <Paragraphs>12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Volokitin, Yury</dc:creator>
  <cp:lastModifiedBy>Volokitin, Yury</cp:lastModifiedBy>
  <cp:revision>9</cp:revision>
  <dcterms:created xsi:type="dcterms:W3CDTF">2025-07-10T07:05:49Z</dcterms:created>
  <dcterms:modified xsi:type="dcterms:W3CDTF">2025-08-18T13:24:50Z</dcterms:modified>
</cp:coreProperties>
</file>